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FF91"/>
    <a:srgbClr val="FF7979"/>
    <a:srgbClr val="7D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CB57-70EB-D2A6-FCBF-D0BF05657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E1AF9-6E08-4DB2-5577-49577CF39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4579-F937-4736-FD8C-4BF61698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79FC-3AC4-113C-7E52-67E3F0EE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16D4A-A27E-93B9-C145-3799F1A2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137-4D27-2210-5483-25F0BE01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A3BC-084A-FF98-FB79-86B836858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80AD-3567-1C24-D968-DD3D348B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4521D-6AD5-5C08-BE2B-D1FE1976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24B56-BFD9-4571-C8FB-F85AF8C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5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4360-ACA3-DDFE-F832-F416091F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38F0B-27D2-C69B-CAAB-40DC6199A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61881-28B8-4DC4-4F2E-F9423CD3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50FC4-6608-0D09-C57F-9C7F7FBF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E3173-DD1B-912A-96F7-1B647105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84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718B-9997-7BA2-0FE5-31765DB0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B0E7-4EC7-7EF8-5BAE-86CD29ED8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A7A2E-2865-3970-8FBD-CAADBF8CC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AEF04-FEE6-9F30-2AA0-7A2FE431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6C164-B8A7-7E3A-3223-52BC58FC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92333-9257-BD03-F98F-7CC2E3F9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89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66FD-B67A-0F58-4C29-C83E2806E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81D2-9935-CE97-6C3C-D220E80F0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8A82A-CCFE-CD95-0ECB-A66A01B18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7A0BC-8028-0CEB-10ED-D7E474E50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7403C-709E-A243-4EC3-4CE128D67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1E054D-18B1-304A-932A-0B90C36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7AFCC5-EE17-2480-DE49-AEEB6851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D328C-B512-2321-1DED-5918D75D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63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FCEA-42B3-4BB6-D0C9-4216C235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C0321-4956-8FE9-E1DB-4EF50AB1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0E1DB-E317-0BE6-1582-0A946C6D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A5DA4-6894-323E-6C80-DA340732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9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61531-523B-1E57-B263-BCD79339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27A63-333F-4C14-9D19-136B8EF5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61783-35B6-2081-5C8C-44F90A09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05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6579-B802-A355-B048-B00F3B09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CAF3-8722-F0DE-655C-CB2445957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FCC3B-F4DE-B877-DE75-9D97C0E4A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43DCA-0EC3-22F7-2564-C7FFEE89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6934-25A1-F081-CF75-B3D0EE0D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640CF-7D84-A138-0695-0614593C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4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298E-2BFC-718A-59F7-5B756489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83C4C-5C06-D3AC-F472-2EB86F8AE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286D7-19B4-4CD7-5895-E4F074F98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8182F-0CC1-E4A2-D62C-9FA989C2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37791-31EA-8794-8469-4C7492D3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30A95-5A4B-EB00-6C3E-108298C3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36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28BC-1AD8-8DA7-4F90-A5D97018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418B1-C75D-245A-EA63-680557170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729FD-BF0A-FBD0-3025-E61FAA49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82EE9-709B-2E29-B9B0-AA7932D2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B573B-B936-37A8-1777-FB4FFCF9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41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2D686-77E2-34FD-BF95-06D17B8E5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888E2-4AC6-F32C-3B14-38B5C1BCB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30C5-A8D1-D7E8-E6B7-FF570D9D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D3848-E1EE-0D17-0AEC-07654965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3975-0D8F-E9DE-2031-A744D49F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66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BDADD-B5B7-48ED-A69F-949AC156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C1529-3954-AA5E-7DD2-27215231B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3B97F-4289-6D1D-2625-94D3DE885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1287E-3125-4DAA-AB1F-30CD5CA509F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1E01-6381-29C1-75F1-8291B5399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B16D-6D5B-7DF8-176A-8B2F179F0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4E840-96F3-41A6-BA95-534DA97DA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07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C5FAAF-9AFC-CA40-945C-830EB0764137}"/>
              </a:ext>
            </a:extLst>
          </p:cNvPr>
          <p:cNvSpPr/>
          <p:nvPr/>
        </p:nvSpPr>
        <p:spPr>
          <a:xfrm>
            <a:off x="2966354" y="722083"/>
            <a:ext cx="1491345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OT Optical Transmitter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22CA2-19D0-D08F-8A56-B1C26D9CD849}"/>
              </a:ext>
            </a:extLst>
          </p:cNvPr>
          <p:cNvSpPr/>
          <p:nvPr/>
        </p:nvSpPr>
        <p:spPr>
          <a:xfrm>
            <a:off x="2966354" y="1579333"/>
            <a:ext cx="1491345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Receiver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4ACFB6-224F-E5ED-CBCA-632C44C429A5}"/>
              </a:ext>
            </a:extLst>
          </p:cNvPr>
          <p:cNvSpPr/>
          <p:nvPr/>
        </p:nvSpPr>
        <p:spPr>
          <a:xfrm>
            <a:off x="2966353" y="2431141"/>
            <a:ext cx="1491346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Packet Buffer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6C4C85-7DF8-18BB-CD6D-706096DC1FDE}"/>
              </a:ext>
            </a:extLst>
          </p:cNvPr>
          <p:cNvSpPr/>
          <p:nvPr/>
        </p:nvSpPr>
        <p:spPr>
          <a:xfrm>
            <a:off x="2966352" y="3282949"/>
            <a:ext cx="1491347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Forwarding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3E8A65-4E64-1797-33F0-A6B8BA88F9AB}"/>
              </a:ext>
            </a:extLst>
          </p:cNvPr>
          <p:cNvSpPr/>
          <p:nvPr/>
        </p:nvSpPr>
        <p:spPr>
          <a:xfrm>
            <a:off x="2966352" y="4134757"/>
            <a:ext cx="1491349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Transmitter 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F6BB1-0168-A938-E30C-0A74044BDA09}"/>
              </a:ext>
            </a:extLst>
          </p:cNvPr>
          <p:cNvSpPr/>
          <p:nvPr/>
        </p:nvSpPr>
        <p:spPr>
          <a:xfrm>
            <a:off x="2966351" y="4986565"/>
            <a:ext cx="1491350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Management Processor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E1178-7A40-ADB9-C374-B2B47D67E8F4}"/>
              </a:ext>
            </a:extLst>
          </p:cNvPr>
          <p:cNvSpPr/>
          <p:nvPr/>
        </p:nvSpPr>
        <p:spPr>
          <a:xfrm>
            <a:off x="2966350" y="5838373"/>
            <a:ext cx="1491349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Tamper Detection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97B440-DE51-ABAE-6E87-7E65FECE5A2F}"/>
              </a:ext>
            </a:extLst>
          </p:cNvPr>
          <p:cNvSpPr/>
          <p:nvPr/>
        </p:nvSpPr>
        <p:spPr>
          <a:xfrm>
            <a:off x="593263" y="1854203"/>
            <a:ext cx="1251857" cy="620485"/>
          </a:xfrm>
          <a:prstGeom prst="rect">
            <a:avLst/>
          </a:prstGeom>
          <a:solidFill>
            <a:srgbClr val="7DFC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OpenPLC </a:t>
            </a:r>
          </a:p>
          <a:p>
            <a:pPr algn="ctr"/>
            <a:r>
              <a:rPr lang="en-IN" b="1" dirty="0"/>
              <a:t>PLC Sim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B647C7-3992-3DEB-2D14-428E2DD5A5A0}"/>
              </a:ext>
            </a:extLst>
          </p:cNvPr>
          <p:cNvSpPr/>
          <p:nvPr/>
        </p:nvSpPr>
        <p:spPr>
          <a:xfrm>
            <a:off x="593265" y="3013530"/>
            <a:ext cx="1251857" cy="620485"/>
          </a:xfrm>
          <a:prstGeom prst="rect">
            <a:avLst/>
          </a:prstGeom>
          <a:solidFill>
            <a:srgbClr val="7DFC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Protocol Emulators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0A5DB4-7C5D-764D-0EF7-FCDD54780D43}"/>
              </a:ext>
            </a:extLst>
          </p:cNvPr>
          <p:cNvSpPr/>
          <p:nvPr/>
        </p:nvSpPr>
        <p:spPr>
          <a:xfrm>
            <a:off x="593264" y="4172857"/>
            <a:ext cx="1251857" cy="620485"/>
          </a:xfrm>
          <a:prstGeom prst="rect">
            <a:avLst/>
          </a:prstGeom>
          <a:solidFill>
            <a:srgbClr val="7DFC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Traffic Generators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1079B7-5836-F627-998E-C694E20BFD73}"/>
              </a:ext>
            </a:extLst>
          </p:cNvPr>
          <p:cNvSpPr/>
          <p:nvPr/>
        </p:nvSpPr>
        <p:spPr>
          <a:xfrm>
            <a:off x="5230602" y="4063213"/>
            <a:ext cx="1251857" cy="620485"/>
          </a:xfrm>
          <a:prstGeom prst="rect">
            <a:avLst/>
          </a:prstGeom>
          <a:solidFill>
            <a:srgbClr val="37FF9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VLAN Separation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83F2AE-9E99-DCF9-9415-23F86435960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712027" y="1342568"/>
            <a:ext cx="0" cy="2367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8C2D92-E6A3-B08E-DC03-2F888EACA93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712026" y="2199818"/>
            <a:ext cx="1" cy="2313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306F83-1CFF-07BF-D0AF-C717499D1F3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712026" y="3051626"/>
            <a:ext cx="0" cy="23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996B05-E16F-BC99-9750-EFF227B7D5B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712026" y="3903434"/>
            <a:ext cx="1" cy="23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A1612F-0332-5212-7DB3-5E8514C3E027}"/>
              </a:ext>
            </a:extLst>
          </p:cNvPr>
          <p:cNvCxnSpPr>
            <a:cxnSpLocks/>
          </p:cNvCxnSpPr>
          <p:nvPr/>
        </p:nvCxnSpPr>
        <p:spPr>
          <a:xfrm flipV="1">
            <a:off x="1888691" y="1032326"/>
            <a:ext cx="1121234" cy="11321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389BD5D-79B0-FE8C-2FFB-E177125FC261}"/>
              </a:ext>
            </a:extLst>
          </p:cNvPr>
          <p:cNvCxnSpPr>
            <a:cxnSpLocks/>
          </p:cNvCxnSpPr>
          <p:nvPr/>
        </p:nvCxnSpPr>
        <p:spPr>
          <a:xfrm flipV="1">
            <a:off x="1888693" y="1032326"/>
            <a:ext cx="1121232" cy="2291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FB8416-9DBE-FB49-D685-4A0E7263611A}"/>
              </a:ext>
            </a:extLst>
          </p:cNvPr>
          <p:cNvCxnSpPr>
            <a:cxnSpLocks/>
          </p:cNvCxnSpPr>
          <p:nvPr/>
        </p:nvCxnSpPr>
        <p:spPr>
          <a:xfrm flipV="1">
            <a:off x="1888692" y="1032326"/>
            <a:ext cx="1121233" cy="34507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7014B57F-DCF5-63BA-1CC7-7DEAAFFC5323}"/>
              </a:ext>
            </a:extLst>
          </p:cNvPr>
          <p:cNvSpPr/>
          <p:nvPr/>
        </p:nvSpPr>
        <p:spPr>
          <a:xfrm>
            <a:off x="391875" y="1579337"/>
            <a:ext cx="1621972" cy="3488871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D6A674-E4DF-278B-D3E5-B9441F661857}"/>
              </a:ext>
            </a:extLst>
          </p:cNvPr>
          <p:cNvSpPr/>
          <p:nvPr/>
        </p:nvSpPr>
        <p:spPr>
          <a:xfrm>
            <a:off x="2759524" y="533397"/>
            <a:ext cx="1905005" cy="618127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9BC1F7-110F-8F19-0BD2-8C6FD3883E92}"/>
              </a:ext>
            </a:extLst>
          </p:cNvPr>
          <p:cNvSpPr/>
          <p:nvPr/>
        </p:nvSpPr>
        <p:spPr>
          <a:xfrm>
            <a:off x="5040098" y="3894484"/>
            <a:ext cx="1621972" cy="95794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819F4E5-72EA-8C1C-398C-078AD6241ED0}"/>
              </a:ext>
            </a:extLst>
          </p:cNvPr>
          <p:cNvSpPr/>
          <p:nvPr/>
        </p:nvSpPr>
        <p:spPr>
          <a:xfrm>
            <a:off x="7483892" y="2903886"/>
            <a:ext cx="1420584" cy="6204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Simulation Environment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4CC71E-C3F7-7EC4-B756-5D0BF3BDD65A}"/>
              </a:ext>
            </a:extLst>
          </p:cNvPr>
          <p:cNvSpPr/>
          <p:nvPr/>
        </p:nvSpPr>
        <p:spPr>
          <a:xfrm>
            <a:off x="7483894" y="4063213"/>
            <a:ext cx="1420582" cy="6204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Data Reception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BBFA3BC-B728-8462-C82F-738CB29AB28E}"/>
              </a:ext>
            </a:extLst>
          </p:cNvPr>
          <p:cNvSpPr/>
          <p:nvPr/>
        </p:nvSpPr>
        <p:spPr>
          <a:xfrm>
            <a:off x="7483893" y="5222540"/>
            <a:ext cx="1420582" cy="6204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State Recreation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FC38A69-3CB4-896B-05D3-6FC98E682CDF}"/>
              </a:ext>
            </a:extLst>
          </p:cNvPr>
          <p:cNvSpPr/>
          <p:nvPr/>
        </p:nvSpPr>
        <p:spPr>
          <a:xfrm>
            <a:off x="7282503" y="2629020"/>
            <a:ext cx="1868687" cy="3488871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237B753-2B2A-B9D8-99A1-BB4B56CC4992}"/>
              </a:ext>
            </a:extLst>
          </p:cNvPr>
          <p:cNvSpPr/>
          <p:nvPr/>
        </p:nvSpPr>
        <p:spPr>
          <a:xfrm>
            <a:off x="9962223" y="2903886"/>
            <a:ext cx="1420582" cy="6204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Monitoring Tools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F5D09C-41A6-995F-B057-8891C674EA8E}"/>
              </a:ext>
            </a:extLst>
          </p:cNvPr>
          <p:cNvSpPr/>
          <p:nvPr/>
        </p:nvSpPr>
        <p:spPr>
          <a:xfrm>
            <a:off x="9962225" y="4063213"/>
            <a:ext cx="1420582" cy="6204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Analytical Platforms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A0725D4-D636-4994-F6B1-86637639C541}"/>
              </a:ext>
            </a:extLst>
          </p:cNvPr>
          <p:cNvSpPr/>
          <p:nvPr/>
        </p:nvSpPr>
        <p:spPr>
          <a:xfrm>
            <a:off x="9962224" y="5222540"/>
            <a:ext cx="1420583" cy="6204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Visualization Dashboard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10D7B66-6A38-CE8C-7927-31EDAA24AF54}"/>
              </a:ext>
            </a:extLst>
          </p:cNvPr>
          <p:cNvSpPr/>
          <p:nvPr/>
        </p:nvSpPr>
        <p:spPr>
          <a:xfrm>
            <a:off x="9760834" y="2629020"/>
            <a:ext cx="1868687" cy="3488871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57F7F2C-8CC4-258F-7100-629CB8CA82FC}"/>
              </a:ext>
            </a:extLst>
          </p:cNvPr>
          <p:cNvCxnSpPr>
            <a:cxnSpLocks/>
          </p:cNvCxnSpPr>
          <p:nvPr/>
        </p:nvCxnSpPr>
        <p:spPr>
          <a:xfrm>
            <a:off x="4457699" y="4373456"/>
            <a:ext cx="81647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633CEF5-E7F6-4612-BF4F-32969D4444CA}"/>
              </a:ext>
            </a:extLst>
          </p:cNvPr>
          <p:cNvCxnSpPr>
            <a:cxnSpLocks/>
          </p:cNvCxnSpPr>
          <p:nvPr/>
        </p:nvCxnSpPr>
        <p:spPr>
          <a:xfrm>
            <a:off x="6526030" y="4373456"/>
            <a:ext cx="100143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D1BE099-84D9-72B4-44A7-C316106E6802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 flipV="1">
            <a:off x="8904475" y="3214129"/>
            <a:ext cx="1057748" cy="231865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2D210A2-9228-D18B-3AC8-58A059C76A03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 flipV="1">
            <a:off x="8904475" y="4373456"/>
            <a:ext cx="1057750" cy="11593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BB7228C-EEC9-332B-9AF8-B84A5CABD557}"/>
              </a:ext>
            </a:extLst>
          </p:cNvPr>
          <p:cNvCxnSpPr>
            <a:cxnSpLocks/>
            <a:stCxn id="60" idx="3"/>
            <a:endCxn id="64" idx="1"/>
          </p:cNvCxnSpPr>
          <p:nvPr/>
        </p:nvCxnSpPr>
        <p:spPr>
          <a:xfrm>
            <a:off x="8904475" y="5532783"/>
            <a:ext cx="10577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C01BD69-59D8-C88B-C957-19A77922C59A}"/>
              </a:ext>
            </a:extLst>
          </p:cNvPr>
          <p:cNvSpPr txBox="1"/>
          <p:nvPr/>
        </p:nvSpPr>
        <p:spPr>
          <a:xfrm>
            <a:off x="27034" y="1218176"/>
            <a:ext cx="245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Virtual OT Environment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3619BE-5D0D-3A4D-E35C-CD637FF06BC2}"/>
              </a:ext>
            </a:extLst>
          </p:cNvPr>
          <p:cNvSpPr txBox="1"/>
          <p:nvPr/>
        </p:nvSpPr>
        <p:spPr>
          <a:xfrm>
            <a:off x="3038936" y="214472"/>
            <a:ext cx="134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FPGA Diode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030347-8E39-97B8-AD06-A481A74CE591}"/>
              </a:ext>
            </a:extLst>
          </p:cNvPr>
          <p:cNvSpPr txBox="1"/>
          <p:nvPr/>
        </p:nvSpPr>
        <p:spPr>
          <a:xfrm>
            <a:off x="4961570" y="3548735"/>
            <a:ext cx="174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Ethernet Switch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F1A49A-39E9-046B-F6A1-4E43E5A18A75}"/>
              </a:ext>
            </a:extLst>
          </p:cNvPr>
          <p:cNvSpPr txBox="1"/>
          <p:nvPr/>
        </p:nvSpPr>
        <p:spPr>
          <a:xfrm>
            <a:off x="7549033" y="2265133"/>
            <a:ext cx="1324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Digital Twin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FEA00AF-9088-DD32-5D0B-08127BFF6330}"/>
              </a:ext>
            </a:extLst>
          </p:cNvPr>
          <p:cNvSpPr txBox="1"/>
          <p:nvPr/>
        </p:nvSpPr>
        <p:spPr>
          <a:xfrm>
            <a:off x="9920022" y="2281461"/>
            <a:ext cx="155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IT Test System</a:t>
            </a:r>
          </a:p>
        </p:txBody>
      </p:sp>
    </p:spTree>
    <p:extLst>
      <p:ext uri="{BB962C8B-B14F-4D97-AF65-F5344CB8AC3E}">
        <p14:creationId xmlns:p14="http://schemas.microsoft.com/office/powerpoint/2010/main" val="388954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5244-03C2-E65D-9EF6-C3E36818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2B14E4-E979-2E65-2C0D-1390313F05EC}"/>
              </a:ext>
            </a:extLst>
          </p:cNvPr>
          <p:cNvSpPr/>
          <p:nvPr/>
        </p:nvSpPr>
        <p:spPr>
          <a:xfrm>
            <a:off x="654954" y="633183"/>
            <a:ext cx="1491345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OT Optical Transmitter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F5899-15C1-EC7D-3555-DEA89ACBC2DE}"/>
              </a:ext>
            </a:extLst>
          </p:cNvPr>
          <p:cNvSpPr/>
          <p:nvPr/>
        </p:nvSpPr>
        <p:spPr>
          <a:xfrm>
            <a:off x="654954" y="1490433"/>
            <a:ext cx="1491345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Receiver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A5FA3-D77D-671B-87DD-82F18264B099}"/>
              </a:ext>
            </a:extLst>
          </p:cNvPr>
          <p:cNvSpPr/>
          <p:nvPr/>
        </p:nvSpPr>
        <p:spPr>
          <a:xfrm>
            <a:off x="654953" y="2342241"/>
            <a:ext cx="1491346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Packet Buffer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1190D-F8CA-0AFB-6B00-590001E9D41C}"/>
              </a:ext>
            </a:extLst>
          </p:cNvPr>
          <p:cNvSpPr/>
          <p:nvPr/>
        </p:nvSpPr>
        <p:spPr>
          <a:xfrm>
            <a:off x="654952" y="3194049"/>
            <a:ext cx="1491347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Forwarding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6659D-2DCF-CA69-6C57-44C8E3C5354E}"/>
              </a:ext>
            </a:extLst>
          </p:cNvPr>
          <p:cNvSpPr/>
          <p:nvPr/>
        </p:nvSpPr>
        <p:spPr>
          <a:xfrm>
            <a:off x="654952" y="4045857"/>
            <a:ext cx="1491349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Transmitter 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8484F-C51C-EB90-55A7-17E3A402624A}"/>
              </a:ext>
            </a:extLst>
          </p:cNvPr>
          <p:cNvSpPr/>
          <p:nvPr/>
        </p:nvSpPr>
        <p:spPr>
          <a:xfrm>
            <a:off x="654951" y="4897665"/>
            <a:ext cx="1491350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Management Processor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607AF4-4D62-740A-4E62-EB6C809C1D8F}"/>
              </a:ext>
            </a:extLst>
          </p:cNvPr>
          <p:cNvSpPr/>
          <p:nvPr/>
        </p:nvSpPr>
        <p:spPr>
          <a:xfrm>
            <a:off x="654950" y="5749473"/>
            <a:ext cx="1491349" cy="620485"/>
          </a:xfrm>
          <a:prstGeom prst="rect">
            <a:avLst/>
          </a:pr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Tamper Detection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20F75A-4E01-0B11-904B-E3B4A095708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400627" y="1253668"/>
            <a:ext cx="0" cy="2367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6D1F7D-CF48-0E56-DDFD-D853C24D447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400626" y="2110918"/>
            <a:ext cx="1" cy="2313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123E52-4462-A266-E90D-F55C61B4DD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400626" y="2962726"/>
            <a:ext cx="0" cy="23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E0C11A-ED7C-32BC-6076-3F0926DCA79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400626" y="3814534"/>
            <a:ext cx="1" cy="231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5C5E5D7-4723-097C-C300-65F2936B1A65}"/>
              </a:ext>
            </a:extLst>
          </p:cNvPr>
          <p:cNvSpPr/>
          <p:nvPr/>
        </p:nvSpPr>
        <p:spPr>
          <a:xfrm>
            <a:off x="448124" y="444497"/>
            <a:ext cx="1905005" cy="618127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67B1012-CD59-D9EF-5107-9A6B4A981C47}"/>
              </a:ext>
            </a:extLst>
          </p:cNvPr>
          <p:cNvSpPr txBox="1"/>
          <p:nvPr/>
        </p:nvSpPr>
        <p:spPr>
          <a:xfrm>
            <a:off x="727536" y="125572"/>
            <a:ext cx="134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FPGA Diode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627746-244B-B0A9-1A0E-AD0177D350DA}"/>
              </a:ext>
            </a:extLst>
          </p:cNvPr>
          <p:cNvSpPr txBox="1"/>
          <p:nvPr/>
        </p:nvSpPr>
        <p:spPr>
          <a:xfrm>
            <a:off x="2559957" y="743370"/>
            <a:ext cx="880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Optical Transmitter: </a:t>
            </a:r>
            <a:r>
              <a:rPr lang="en-IN" sz="2000" dirty="0"/>
              <a:t>Acts as a serializer – One Optical RX-TX pair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F2E5A-110B-E181-9FCC-C190A4E9A991}"/>
              </a:ext>
            </a:extLst>
          </p:cNvPr>
          <p:cNvSpPr txBox="1"/>
          <p:nvPr/>
        </p:nvSpPr>
        <p:spPr>
          <a:xfrm>
            <a:off x="2559957" y="1587139"/>
            <a:ext cx="880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Receiver Block</a:t>
            </a:r>
            <a:r>
              <a:rPr lang="en-IN" sz="2000" dirty="0"/>
              <a:t>: CRC Insertion and Frame parsing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B18C0-30F0-04C3-3ABE-5677F91DAD3E}"/>
              </a:ext>
            </a:extLst>
          </p:cNvPr>
          <p:cNvSpPr txBox="1"/>
          <p:nvPr/>
        </p:nvSpPr>
        <p:spPr>
          <a:xfrm>
            <a:off x="2559957" y="2382215"/>
            <a:ext cx="8806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Packet Buffer</a:t>
            </a:r>
            <a:r>
              <a:rPr lang="en-IN" sz="2000" dirty="0"/>
              <a:t>: FIFO with no error feedback loop. If  buffer is full then packets are dropped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F57F5-B5FB-D713-0404-FE31F5419994}"/>
              </a:ext>
            </a:extLst>
          </p:cNvPr>
          <p:cNvSpPr txBox="1"/>
          <p:nvPr/>
        </p:nvSpPr>
        <p:spPr>
          <a:xfrm>
            <a:off x="2559957" y="3304236"/>
            <a:ext cx="880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Forwarding Engine</a:t>
            </a:r>
            <a:r>
              <a:rPr lang="en-IN" sz="2000" dirty="0"/>
              <a:t>: FSM, Header parser and Payload parser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57601E-0146-6819-63BF-662336DB63BF}"/>
              </a:ext>
            </a:extLst>
          </p:cNvPr>
          <p:cNvSpPr txBox="1"/>
          <p:nvPr/>
        </p:nvSpPr>
        <p:spPr>
          <a:xfrm>
            <a:off x="2559957" y="4132616"/>
            <a:ext cx="880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Transmitter Block</a:t>
            </a:r>
            <a:r>
              <a:rPr lang="en-IN" sz="2000" dirty="0"/>
              <a:t>: Packets are joined together as frames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62DDC6-288F-CFD3-1D48-3452772F6FB5}"/>
              </a:ext>
            </a:extLst>
          </p:cNvPr>
          <p:cNvSpPr txBox="1"/>
          <p:nvPr/>
        </p:nvSpPr>
        <p:spPr>
          <a:xfrm>
            <a:off x="2559956" y="4807797"/>
            <a:ext cx="880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Optional: </a:t>
            </a:r>
            <a:r>
              <a:rPr lang="en-IN" sz="2000" dirty="0"/>
              <a:t>To add a optical fibre connection from transmitter block to VLAN </a:t>
            </a:r>
          </a:p>
        </p:txBody>
      </p:sp>
    </p:spTree>
    <p:extLst>
      <p:ext uri="{BB962C8B-B14F-4D97-AF65-F5344CB8AC3E}">
        <p14:creationId xmlns:p14="http://schemas.microsoft.com/office/powerpoint/2010/main" val="316307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Ravindran - [CB.EN.U4ECE21046]</dc:creator>
  <cp:lastModifiedBy>S Ravindran - [CB.EN.U4ECE21046]</cp:lastModifiedBy>
  <cp:revision>1</cp:revision>
  <dcterms:created xsi:type="dcterms:W3CDTF">2026-01-05T09:09:47Z</dcterms:created>
  <dcterms:modified xsi:type="dcterms:W3CDTF">2026-01-05T09:09:54Z</dcterms:modified>
</cp:coreProperties>
</file>